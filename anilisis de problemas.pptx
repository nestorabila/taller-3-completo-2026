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B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FB7313-3013-42D5-A4E6-C91BED54E1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C0387AD-C12F-40BE-959B-5BB67BD37C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205484-8A05-497C-9A67-B1D27AB85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9EFB1-7952-4087-B094-4F4A2A080AD9}" type="datetimeFigureOut">
              <a:rPr lang="es-BO" smtClean="0"/>
              <a:t>12/3/2025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CC76027-BCBD-43E2-A962-E35A13FF4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9090FF5-83A3-451C-B46E-2EF7088E9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C1BA3-4DC0-42CE-9BA5-90AA5EB3D937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93297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731C6B-C88B-4673-8DB2-6B5C9AD3F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F1D6F3B-E163-4485-A833-37ED271E7A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13F5A8D-D232-4202-8BA6-AEC2D552E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9EFB1-7952-4087-B094-4F4A2A080AD9}" type="datetimeFigureOut">
              <a:rPr lang="es-BO" smtClean="0"/>
              <a:t>12/3/2025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29C632-EB3C-4813-8AD6-3CD69D4CB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97453E3-2100-48F4-8641-44F2A31DB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C1BA3-4DC0-42CE-9BA5-90AA5EB3D937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935490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246699-A3B5-47F0-B58C-61D1AD4A6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BB707AC-ED4F-480E-9969-6049377C5D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58F528-CD31-4948-9E72-568848508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9EFB1-7952-4087-B094-4F4A2A080AD9}" type="datetimeFigureOut">
              <a:rPr lang="es-BO" smtClean="0"/>
              <a:t>12/3/2025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48FAD5D-50B2-4C2A-AA55-B36D28E5E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DF12837-DBFE-47EF-A34D-5262CA9BA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C1BA3-4DC0-42CE-9BA5-90AA5EB3D937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4279044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F18F9B-B3B2-4010-A49B-9B0A63882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38C1E6-A657-4DE8-B776-2E232DD2E6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E97D666-2C69-4CF7-938D-608FEDFB1C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1B909D9-EB3E-4D18-BE6B-ECB14B8F1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9EFB1-7952-4087-B094-4F4A2A080AD9}" type="datetimeFigureOut">
              <a:rPr lang="es-BO" smtClean="0"/>
              <a:t>12/3/2025</a:t>
            </a:fld>
            <a:endParaRPr lang="es-B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82A40D1-ACD2-4506-91BF-B355CDA0B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5F51890-3CB4-49A8-8CCC-C97219C96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C1BA3-4DC0-42CE-9BA5-90AA5EB3D937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042867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64D72A-FA69-4CA5-B4FA-20847A4E3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65956A9-EB01-43E3-855E-52754CBEB3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C9DBEE6-3661-40C8-B4B9-58356024C4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E153795-BFC8-49AD-8F50-8AA4BC71C6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EA107F4-6B5A-4F5C-B186-CAA292712D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8145C3C-F37D-46D2-83D8-EE7A9AD1C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9EFB1-7952-4087-B094-4F4A2A080AD9}" type="datetimeFigureOut">
              <a:rPr lang="es-BO" smtClean="0"/>
              <a:t>12/3/2025</a:t>
            </a:fld>
            <a:endParaRPr lang="es-B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DEA78EB-9A3F-4D71-8882-67370ABF9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7067264-6C72-4998-B872-492589208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C1BA3-4DC0-42CE-9BA5-90AA5EB3D937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345918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A1B0CD-AF2D-4FDC-ABCF-B6B320118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CFED3B0-CC05-4274-B7C1-1FA663942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9EFB1-7952-4087-B094-4F4A2A080AD9}" type="datetimeFigureOut">
              <a:rPr lang="es-BO" smtClean="0"/>
              <a:t>12/3/2025</a:t>
            </a:fld>
            <a:endParaRPr lang="es-B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A1AF3F2-E4C8-4A07-A1E7-31B44FC91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256AEFC-D9BB-469F-BC4E-1F6AD6ED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C1BA3-4DC0-42CE-9BA5-90AA5EB3D937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106510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D06A7FD-0ECA-4DB0-93C1-00D8B3F90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9EFB1-7952-4087-B094-4F4A2A080AD9}" type="datetimeFigureOut">
              <a:rPr lang="es-BO" smtClean="0"/>
              <a:t>12/3/2025</a:t>
            </a:fld>
            <a:endParaRPr lang="es-B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6FFB00F-5AE4-4B5D-8E4F-873264D54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9F6516E-3ECB-4D46-8FCD-4ABB35C3C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C1BA3-4DC0-42CE-9BA5-90AA5EB3D937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060502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4EDEA9-BA85-4E07-BA45-537EBF785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DB08054-4E6F-45F0-BEB5-ECF03C809B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CFCBD63-90C8-4378-88D1-587F766363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831CDDF-FC4E-4FBD-AF62-C8DEA857F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9EFB1-7952-4087-B094-4F4A2A080AD9}" type="datetimeFigureOut">
              <a:rPr lang="es-BO" smtClean="0"/>
              <a:t>12/3/2025</a:t>
            </a:fld>
            <a:endParaRPr lang="es-B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4CE824E-8885-4208-9A57-78AB957E5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CF536DD-DFAD-4350-AF59-E180AC97D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C1BA3-4DC0-42CE-9BA5-90AA5EB3D937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447279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B05E0-766E-414A-8215-E73614D48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37C18B9-360A-4170-B779-4156980BB8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B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C10CD96-7FEB-43E0-99B7-635FB253A4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1F43E7B-3387-415D-8409-98EDFE378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9EFB1-7952-4087-B094-4F4A2A080AD9}" type="datetimeFigureOut">
              <a:rPr lang="es-BO" smtClean="0"/>
              <a:t>12/3/2025</a:t>
            </a:fld>
            <a:endParaRPr lang="es-B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17D8272-EE45-4809-914F-77ED78D4A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B14F9E2-B24B-405F-BE9B-17BE8299C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C1BA3-4DC0-42CE-9BA5-90AA5EB3D937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311995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35DFA6-4E5F-4E32-BB3F-1E9AE5533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210912C-3217-4426-BAE5-6046872B1F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ABAACE-6F9D-46D7-8152-97C58826C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9EFB1-7952-4087-B094-4F4A2A080AD9}" type="datetimeFigureOut">
              <a:rPr lang="es-BO" smtClean="0"/>
              <a:t>12/3/2025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88AF176-12C3-479E-922C-715B47609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7B408E8-F2C6-4564-BD17-4E3FC2D3F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C1BA3-4DC0-42CE-9BA5-90AA5EB3D937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53180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AFFDE29-734E-40C5-B287-DA622EB5F1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AC1AFBE-3000-4CA6-9AD2-A2B4B982A6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69F90F2-5A30-496B-84FF-8542468CF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9EFB1-7952-4087-B094-4F4A2A080AD9}" type="datetimeFigureOut">
              <a:rPr lang="es-BO" smtClean="0"/>
              <a:t>12/3/2025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323A1E-A102-4865-A8CB-89732F2CF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44F81E-AF1A-4F81-84A7-83147EC7A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C1BA3-4DC0-42CE-9BA5-90AA5EB3D937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768633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63AC7E8-69F9-44E6-BA21-955367297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0AD98BF-E5E7-4B1D-9A60-ACDA1A7B72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85D22BE-E181-41B3-BAEB-C83A23F4B0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A9EFB1-7952-4087-B094-4F4A2A080AD9}" type="datetimeFigureOut">
              <a:rPr lang="es-BO" smtClean="0"/>
              <a:t>12/3/2025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C2C8E89-A576-45E5-BCAA-C82E7A0451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18A30FE-858C-426C-A4C9-93C6E87885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4C1BA3-4DC0-42CE-9BA5-90AA5EB3D937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750663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B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53141164-4DF9-4327-A76C-F4522A9D269F}"/>
              </a:ext>
            </a:extLst>
          </p:cNvPr>
          <p:cNvSpPr/>
          <p:nvPr/>
        </p:nvSpPr>
        <p:spPr>
          <a:xfrm>
            <a:off x="4238624" y="1404933"/>
            <a:ext cx="3714751" cy="97154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Ineficiencia y desorganización en la gestión de pedidos, pago y control de información</a:t>
            </a:r>
            <a:endParaRPr lang="es-BO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00B1E50-8A4B-4605-A2B7-2BD0E174A54F}"/>
              </a:ext>
            </a:extLst>
          </p:cNvPr>
          <p:cNvSpPr/>
          <p:nvPr/>
        </p:nvSpPr>
        <p:spPr>
          <a:xfrm>
            <a:off x="197645" y="2752725"/>
            <a:ext cx="3367086" cy="8001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Control ineficiente al personal</a:t>
            </a:r>
            <a:endParaRPr lang="es-BO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7727BAD-E131-4D80-A68A-F2D73D38C218}"/>
              </a:ext>
            </a:extLst>
          </p:cNvPr>
          <p:cNvSpPr/>
          <p:nvPr/>
        </p:nvSpPr>
        <p:spPr>
          <a:xfrm>
            <a:off x="654848" y="5667374"/>
            <a:ext cx="3367086" cy="8001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El proceso manual de pedidos  es demoroso</a:t>
            </a:r>
            <a:endParaRPr lang="es-BO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E434023-190F-4B83-A73A-CD67DC640206}"/>
              </a:ext>
            </a:extLst>
          </p:cNvPr>
          <p:cNvSpPr/>
          <p:nvPr/>
        </p:nvSpPr>
        <p:spPr>
          <a:xfrm>
            <a:off x="3801671" y="2752725"/>
            <a:ext cx="3367086" cy="8001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Información dispersa sobre egresos, ingresos y stock</a:t>
            </a:r>
            <a:endParaRPr lang="es-BO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224EC1C-D484-498D-9669-B8F85FD8DC72}"/>
              </a:ext>
            </a:extLst>
          </p:cNvPr>
          <p:cNvSpPr/>
          <p:nvPr/>
        </p:nvSpPr>
        <p:spPr>
          <a:xfrm>
            <a:off x="434585" y="400052"/>
            <a:ext cx="3367086" cy="8001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Ausencia de monitoreo en tiempo real de las ventas.</a:t>
            </a:r>
            <a:endParaRPr lang="es-BO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6150539-8941-4033-AC7E-6815B7803098}"/>
              </a:ext>
            </a:extLst>
          </p:cNvPr>
          <p:cNvSpPr/>
          <p:nvPr/>
        </p:nvSpPr>
        <p:spPr>
          <a:xfrm>
            <a:off x="8746334" y="3929068"/>
            <a:ext cx="3367086" cy="8001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Actualizar precios en WhatsApp es dificultoso</a:t>
            </a:r>
            <a:endParaRPr lang="es-BO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E43804E-026B-4A1D-ADA9-92AC4BCFE160}"/>
              </a:ext>
            </a:extLst>
          </p:cNvPr>
          <p:cNvSpPr/>
          <p:nvPr/>
        </p:nvSpPr>
        <p:spPr>
          <a:xfrm>
            <a:off x="4412456" y="5667374"/>
            <a:ext cx="3367086" cy="8001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Los pedidos escritos a mano generan  confusiones y errores</a:t>
            </a:r>
            <a:endParaRPr lang="es-BO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AD97DB8-0937-4838-8ED4-B15ACEAADFC6}"/>
              </a:ext>
            </a:extLst>
          </p:cNvPr>
          <p:cNvSpPr/>
          <p:nvPr/>
        </p:nvSpPr>
        <p:spPr>
          <a:xfrm>
            <a:off x="7405697" y="2752725"/>
            <a:ext cx="3367086" cy="8001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Seguimiento ineficaz de pedidos y cobros</a:t>
            </a:r>
            <a:endParaRPr lang="es-BO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4FE1E03-C773-4F67-BFA9-C5069A36D2D4}"/>
              </a:ext>
            </a:extLst>
          </p:cNvPr>
          <p:cNvSpPr/>
          <p:nvPr/>
        </p:nvSpPr>
        <p:spPr>
          <a:xfrm>
            <a:off x="4586289" y="3848104"/>
            <a:ext cx="3367086" cy="8001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No se cuenta con un </a:t>
            </a:r>
            <a:r>
              <a:rPr lang="es-MX" dirty="0" err="1"/>
              <a:t>kardex</a:t>
            </a:r>
            <a:r>
              <a:rPr lang="es-MX" dirty="0"/>
              <a:t> de ventas por cliente</a:t>
            </a:r>
            <a:endParaRPr lang="es-BO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83C7405-7434-43CE-A660-B4227684E177}"/>
              </a:ext>
            </a:extLst>
          </p:cNvPr>
          <p:cNvSpPr/>
          <p:nvPr/>
        </p:nvSpPr>
        <p:spPr>
          <a:xfrm>
            <a:off x="5812634" y="269072"/>
            <a:ext cx="3367086" cy="8001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Clientes insatisfechos por catálogos incompletos </a:t>
            </a:r>
            <a:endParaRPr lang="es-BO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156C93A-5BAC-4BCD-A9F7-8AC88710B1E6}"/>
              </a:ext>
            </a:extLst>
          </p:cNvPr>
          <p:cNvSpPr/>
          <p:nvPr/>
        </p:nvSpPr>
        <p:spPr>
          <a:xfrm>
            <a:off x="8170066" y="5667374"/>
            <a:ext cx="3367086" cy="8001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El control de pedidos no es organizado</a:t>
            </a:r>
            <a:endParaRPr lang="es-BO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ACD27117-4639-400E-A601-36B3EF96F22B}"/>
              </a:ext>
            </a:extLst>
          </p:cNvPr>
          <p:cNvSpPr/>
          <p:nvPr/>
        </p:nvSpPr>
        <p:spPr>
          <a:xfrm>
            <a:off x="197645" y="4338620"/>
            <a:ext cx="3367086" cy="8001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El proceso de pedido por WhatsApp no es eficiente.</a:t>
            </a:r>
            <a:endParaRPr lang="es-BO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4629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53141164-4DF9-4327-A76C-F4522A9D269F}"/>
              </a:ext>
            </a:extLst>
          </p:cNvPr>
          <p:cNvSpPr/>
          <p:nvPr/>
        </p:nvSpPr>
        <p:spPr>
          <a:xfrm>
            <a:off x="7996233" y="130934"/>
            <a:ext cx="3714751" cy="9715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No se cuenta con un historial de los clientes</a:t>
            </a:r>
            <a:endParaRPr lang="es-BO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00B1E50-8A4B-4605-A2B7-2BD0E174A54F}"/>
              </a:ext>
            </a:extLst>
          </p:cNvPr>
          <p:cNvSpPr/>
          <p:nvPr/>
        </p:nvSpPr>
        <p:spPr>
          <a:xfrm>
            <a:off x="4021934" y="134522"/>
            <a:ext cx="3367086" cy="8001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Control ineficiente al personal</a:t>
            </a:r>
            <a:endParaRPr lang="es-BO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7727BAD-E131-4D80-A68A-F2D73D38C218}"/>
              </a:ext>
            </a:extLst>
          </p:cNvPr>
          <p:cNvSpPr/>
          <p:nvPr/>
        </p:nvSpPr>
        <p:spPr>
          <a:xfrm>
            <a:off x="8627269" y="2274638"/>
            <a:ext cx="3367086" cy="8001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El proceso manual de pedidos  es demoroso</a:t>
            </a:r>
            <a:endParaRPr lang="es-BO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E434023-190F-4B83-A73A-CD67DC640206}"/>
              </a:ext>
            </a:extLst>
          </p:cNvPr>
          <p:cNvSpPr/>
          <p:nvPr/>
        </p:nvSpPr>
        <p:spPr>
          <a:xfrm>
            <a:off x="-852486" y="2340804"/>
            <a:ext cx="2502693" cy="8001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Falta de control de los egresos</a:t>
            </a:r>
            <a:endParaRPr lang="es-BO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224EC1C-D484-498D-9669-B8F85FD8DC72}"/>
              </a:ext>
            </a:extLst>
          </p:cNvPr>
          <p:cNvSpPr/>
          <p:nvPr/>
        </p:nvSpPr>
        <p:spPr>
          <a:xfrm>
            <a:off x="4861918" y="2302633"/>
            <a:ext cx="3367086" cy="8001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Ausencia de monitoreo en tiempo real de las ventas.</a:t>
            </a:r>
            <a:endParaRPr lang="es-BO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6150539-8941-4033-AC7E-6815B7803098}"/>
              </a:ext>
            </a:extLst>
          </p:cNvPr>
          <p:cNvSpPr/>
          <p:nvPr/>
        </p:nvSpPr>
        <p:spPr>
          <a:xfrm>
            <a:off x="2203848" y="2302633"/>
            <a:ext cx="2259805" cy="8001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Actualizar precios en WhatsApp es dificultoso</a:t>
            </a:r>
            <a:endParaRPr lang="es-BO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E43804E-026B-4A1D-ADA9-92AC4BCFE160}"/>
              </a:ext>
            </a:extLst>
          </p:cNvPr>
          <p:cNvSpPr/>
          <p:nvPr/>
        </p:nvSpPr>
        <p:spPr>
          <a:xfrm>
            <a:off x="8627269" y="3331376"/>
            <a:ext cx="3367086" cy="8001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Los pedidos escritos a mano generan  confusiones y errores</a:t>
            </a:r>
            <a:endParaRPr lang="es-BO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AD97DB8-0937-4838-8ED4-B15ACEAADFC6}"/>
              </a:ext>
            </a:extLst>
          </p:cNvPr>
          <p:cNvSpPr/>
          <p:nvPr/>
        </p:nvSpPr>
        <p:spPr>
          <a:xfrm>
            <a:off x="8627269" y="4538607"/>
            <a:ext cx="3367086" cy="8001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Seguimiento ineficaz de pedidos y cobros</a:t>
            </a:r>
            <a:endParaRPr lang="es-BO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4FE1E03-C773-4F67-BFA9-C5069A36D2D4}"/>
              </a:ext>
            </a:extLst>
          </p:cNvPr>
          <p:cNvSpPr/>
          <p:nvPr/>
        </p:nvSpPr>
        <p:spPr>
          <a:xfrm>
            <a:off x="4861918" y="3719485"/>
            <a:ext cx="3367086" cy="8001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No se cuenta con un Kardex de ventas por cliente</a:t>
            </a:r>
            <a:endParaRPr lang="es-BO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83C7405-7434-43CE-A660-B4227684E177}"/>
              </a:ext>
            </a:extLst>
          </p:cNvPr>
          <p:cNvSpPr/>
          <p:nvPr/>
        </p:nvSpPr>
        <p:spPr>
          <a:xfrm>
            <a:off x="1881188" y="3646884"/>
            <a:ext cx="2774158" cy="8001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Clientes insatisfechos por catálogos incompletos </a:t>
            </a:r>
            <a:endParaRPr lang="es-BO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156C93A-5BAC-4BCD-A9F7-8AC88710B1E6}"/>
              </a:ext>
            </a:extLst>
          </p:cNvPr>
          <p:cNvSpPr/>
          <p:nvPr/>
        </p:nvSpPr>
        <p:spPr>
          <a:xfrm>
            <a:off x="8627269" y="5851984"/>
            <a:ext cx="3367086" cy="8001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El control de pedidos no es organizado</a:t>
            </a:r>
            <a:endParaRPr lang="es-BO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ACD27117-4639-400E-A601-36B3EF96F22B}"/>
              </a:ext>
            </a:extLst>
          </p:cNvPr>
          <p:cNvSpPr/>
          <p:nvPr/>
        </p:nvSpPr>
        <p:spPr>
          <a:xfrm>
            <a:off x="1915716" y="4814931"/>
            <a:ext cx="2774158" cy="8001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El proceso de pedido por WhatsApp no es eficiente.</a:t>
            </a:r>
            <a:endParaRPr lang="es-BO" dirty="0">
              <a:solidFill>
                <a:schemeClr val="bg1"/>
              </a:solidFill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339A5484-1FB6-4D01-B631-EFEF06B314E2}"/>
              </a:ext>
            </a:extLst>
          </p:cNvPr>
          <p:cNvSpPr/>
          <p:nvPr/>
        </p:nvSpPr>
        <p:spPr>
          <a:xfrm>
            <a:off x="197645" y="130934"/>
            <a:ext cx="3367086" cy="8001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No se lleva el control de cobros por personal</a:t>
            </a:r>
            <a:endParaRPr lang="es-BO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AE0D5DC-805B-4463-B2E3-A7D14B9652B6}"/>
              </a:ext>
            </a:extLst>
          </p:cNvPr>
          <p:cNvSpPr/>
          <p:nvPr/>
        </p:nvSpPr>
        <p:spPr>
          <a:xfrm>
            <a:off x="4021934" y="1194186"/>
            <a:ext cx="3607592" cy="8001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El proceso manual y control es dificultoso y hasta  en algunos casos con errores</a:t>
            </a:r>
            <a:endParaRPr lang="es-BO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A4B21C8A-20E5-4915-B0A5-9DD4666DBE0E}"/>
              </a:ext>
            </a:extLst>
          </p:cNvPr>
          <p:cNvSpPr/>
          <p:nvPr/>
        </p:nvSpPr>
        <p:spPr>
          <a:xfrm>
            <a:off x="-1019770" y="3719485"/>
            <a:ext cx="2502693" cy="8001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Información dispersa sobre stock</a:t>
            </a:r>
            <a:endParaRPr lang="es-BO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0C36C13E-2B9C-46AA-A186-B37F9C135540}"/>
              </a:ext>
            </a:extLst>
          </p:cNvPr>
          <p:cNvSpPr txBox="1"/>
          <p:nvPr/>
        </p:nvSpPr>
        <p:spPr>
          <a:xfrm>
            <a:off x="2286000" y="3244334"/>
            <a:ext cx="6600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BO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El proceso de pedido por WhatsApp no es eficiente.</a:t>
            </a:r>
            <a:endParaRPr lang="es-BO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72754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222</Words>
  <Application>Microsoft Office PowerPoint</Application>
  <PresentationFormat>Panorámica</PresentationFormat>
  <Paragraphs>28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abilaf354@gmail.com</dc:creator>
  <cp:lastModifiedBy>abilaf354@gmail.com</cp:lastModifiedBy>
  <cp:revision>16</cp:revision>
  <dcterms:created xsi:type="dcterms:W3CDTF">2025-03-09T23:36:47Z</dcterms:created>
  <dcterms:modified xsi:type="dcterms:W3CDTF">2025-03-12T15:24:53Z</dcterms:modified>
</cp:coreProperties>
</file>